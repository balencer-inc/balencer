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7fd2b5fb584dec" /><Relationship Type="http://schemas.openxmlformats.org/officeDocument/2006/relationships/extended-properties" Target="/docProps/app.xml" Id="R8c0f97693f5146cd" /><Relationship Type="http://schemas.openxmlformats.org/officeDocument/2006/relationships/officeDocument" Target="/ppt/presentation.xml" Id="R8144352bcf4e4e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1643dbdf45406e"/>
  </p:sldMasterIdLst>
  <p:notesMasterIdLst>
    <p:notesMasterId xmlns:r="http://schemas.openxmlformats.org/officeDocument/2006/relationships" r:id="R723c23e078484e15"/>
  </p:notesMasterIdLst>
  <p:sldIdLst>
    <p:sldId xmlns:r="http://schemas.openxmlformats.org/officeDocument/2006/relationships" id="256" r:id="R12c1cfa4fc554970"/>
    <p:sldId xmlns:r="http://schemas.openxmlformats.org/officeDocument/2006/relationships" id="257" r:id="R858aeb1d875041ea"/>
    <p:sldId xmlns:r="http://schemas.openxmlformats.org/officeDocument/2006/relationships" id="258" r:id="Rc68fe95433924b80"/>
    <p:sldId xmlns:r="http://schemas.openxmlformats.org/officeDocument/2006/relationships" id="259" r:id="Rc8797ba1ca4740ac"/>
    <p:sldId xmlns:r="http://schemas.openxmlformats.org/officeDocument/2006/relationships" id="260" r:id="R22eb7dc143d444f6"/>
    <p:sldId xmlns:r="http://schemas.openxmlformats.org/officeDocument/2006/relationships" id="261" r:id="R57e73f19a5b842bc"/>
    <p:sldId xmlns:r="http://schemas.openxmlformats.org/officeDocument/2006/relationships" id="262" r:id="Rd75f84c4e87c4eff"/>
    <p:sldId xmlns:r="http://schemas.openxmlformats.org/officeDocument/2006/relationships" id="263" r:id="R4ac2492e3d934730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834c6fadad47ff" /><Relationship Type="http://schemas.openxmlformats.org/officeDocument/2006/relationships/slideMaster" Target="/ppt/slideMasters/slideMaster1.xml" Id="R231643dbdf45406e" /><Relationship Type="http://schemas.openxmlformats.org/officeDocument/2006/relationships/notesMaster" Target="/ppt/notesMasters/notesMaster1.xml" Id="R723c23e078484e15" /><Relationship Type="http://schemas.openxmlformats.org/officeDocument/2006/relationships/presProps" Target="/ppt/presProps.xml" Id="R21026e968f48466d" /><Relationship Type="http://schemas.openxmlformats.org/officeDocument/2006/relationships/tableStyles" Target="/ppt/tableStyles.xml" Id="Rce424f9825594234" /><Relationship Type="http://schemas.openxmlformats.org/officeDocument/2006/relationships/slide" Target="/ppt/slides/slide1.xml" Id="R12c1cfa4fc554970" /><Relationship Type="http://schemas.openxmlformats.org/officeDocument/2006/relationships/slide" Target="/ppt/slides/slide2.xml" Id="R858aeb1d875041ea" /><Relationship Type="http://schemas.openxmlformats.org/officeDocument/2006/relationships/slide" Target="/ppt/slides/slide3.xml" Id="Rc68fe95433924b80" /><Relationship Type="http://schemas.openxmlformats.org/officeDocument/2006/relationships/slide" Target="/ppt/slides/slide4.xml" Id="Rc8797ba1ca4740ac" /><Relationship Type="http://schemas.openxmlformats.org/officeDocument/2006/relationships/slide" Target="/ppt/slides/slide5.xml" Id="R22eb7dc143d444f6" /><Relationship Type="http://schemas.openxmlformats.org/officeDocument/2006/relationships/slide" Target="/ppt/slides/slide6.xml" Id="R57e73f19a5b842bc" /><Relationship Type="http://schemas.openxmlformats.org/officeDocument/2006/relationships/slide" Target="/ppt/slides/slide7.xml" Id="Rd75f84c4e87c4eff" /><Relationship Type="http://schemas.openxmlformats.org/officeDocument/2006/relationships/slide" Target="/ppt/slides/slide8.xml" Id="R4ac2492e3d9347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238369469c47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e394000e4746de" /><Relationship Type="http://schemas.openxmlformats.org/officeDocument/2006/relationships/notesMaster" Target="/ppt/notesMasters/notesMaster1.xml" Id="Rbe457399e0f148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ec0e8cdd764d88" /><Relationship Type="http://schemas.openxmlformats.org/officeDocument/2006/relationships/notesMaster" Target="/ppt/notesMasters/notesMaster1.xml" Id="R82d49814b9c84f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896de9eec141a2" /><Relationship Type="http://schemas.openxmlformats.org/officeDocument/2006/relationships/notesMaster" Target="/ppt/notesMasters/notesMaster1.xml" Id="R717c2bc1e45e4e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aaf59ea81b427b" /><Relationship Type="http://schemas.openxmlformats.org/officeDocument/2006/relationships/notesMaster" Target="/ppt/notesMasters/notesMaster1.xml" Id="R17ae571041e249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5d0a8106af46f7" /><Relationship Type="http://schemas.openxmlformats.org/officeDocument/2006/relationships/notesMaster" Target="/ppt/notesMasters/notesMaster1.xml" Id="Rbfff6879475046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d6d09051fc48b8" /><Relationship Type="http://schemas.openxmlformats.org/officeDocument/2006/relationships/notesMaster" Target="/ppt/notesMasters/notesMaster1.xml" Id="R07f31ee894fd49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819d11ba204c7a" /><Relationship Type="http://schemas.openxmlformats.org/officeDocument/2006/relationships/notesMaster" Target="/ppt/notesMasters/notesMaster1.xml" Id="R27382abe6eff44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14c127b5be46c0" /><Relationship Type="http://schemas.openxmlformats.org/officeDocument/2006/relationships/notesMaster" Target="/ppt/notesMasters/notesMaster1.xml" Id="R9b21f8b69e6f42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8ee9b5a3e341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c46d622a8e4930" /><Relationship Type="http://schemas.openxmlformats.org/officeDocument/2006/relationships/slideLayout" Target="/ppt/slideLayouts/slideLayout1.xml" Id="R34223e616ad14b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223e616ad14b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5c94351a64b83" /><Relationship Type="http://schemas.openxmlformats.org/officeDocument/2006/relationships/image" Target="/ppt/media/image.png" Id="Rd1efa82200684655" /><Relationship Type="http://schemas.openxmlformats.org/officeDocument/2006/relationships/notesSlide" Target="/ppt/notesSlides/notesSlide1.xml" Id="R1185d40e9c6a49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3608f4c914d98" /><Relationship Type="http://schemas.openxmlformats.org/officeDocument/2006/relationships/image" Target="/ppt/media/image2.png" Id="R1664f130bda04448" /><Relationship Type="http://schemas.openxmlformats.org/officeDocument/2006/relationships/notesSlide" Target="/ppt/notesSlides/notesSlide2.xml" Id="R4c08aef4717245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375b55ec045e4" /><Relationship Type="http://schemas.openxmlformats.org/officeDocument/2006/relationships/image" Target="/ppt/media/image3.png" Id="R23d73eed4eee48c1" /><Relationship Type="http://schemas.openxmlformats.org/officeDocument/2006/relationships/notesSlide" Target="/ppt/notesSlides/notesSlide3.xml" Id="Rd0e4f77cb1814e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2cee0ef494953" /><Relationship Type="http://schemas.openxmlformats.org/officeDocument/2006/relationships/image" Target="/ppt/media/image4.png" Id="R47ccdc6cbba9453b" /><Relationship Type="http://schemas.openxmlformats.org/officeDocument/2006/relationships/notesSlide" Target="/ppt/notesSlides/notesSlide4.xml" Id="R7e4ea4dc51ae46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37df8435d4f81" /><Relationship Type="http://schemas.openxmlformats.org/officeDocument/2006/relationships/image" Target="/ppt/media/image5.png" Id="R6b542d58d59f41d9" /><Relationship Type="http://schemas.openxmlformats.org/officeDocument/2006/relationships/notesSlide" Target="/ppt/notesSlides/notesSlide5.xml" Id="R3eda0e82ce1b45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fdc53ee364e8d" /><Relationship Type="http://schemas.openxmlformats.org/officeDocument/2006/relationships/image" Target="/ppt/media/image6.png" Id="R82f2b8c3a8084273" /><Relationship Type="http://schemas.openxmlformats.org/officeDocument/2006/relationships/notesSlide" Target="/ppt/notesSlides/notesSlide6.xml" Id="Rc76b2830b69649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a1f16f0b14eab" /><Relationship Type="http://schemas.openxmlformats.org/officeDocument/2006/relationships/image" Target="/ppt/media/image7.png" Id="R015a785f70c64e31" /><Relationship Type="http://schemas.openxmlformats.org/officeDocument/2006/relationships/notesSlide" Target="/ppt/notesSlides/notesSlide7.xml" Id="R6887f5ce3f9c48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0663db1474942" /><Relationship Type="http://schemas.openxmlformats.org/officeDocument/2006/relationships/image" Target="/ppt/media/image8.png" Id="R16a5a7b92a354079" /><Relationship Type="http://schemas.openxmlformats.org/officeDocument/2006/relationships/notesSlide" Target="/ppt/notesSlides/notesSlide8.xml" Id="R4553390df0ba498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fa8220068465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0326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4f130bda044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7123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73eed4eee48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8758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cdc6cbba945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492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42d58d59f41d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675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2b8c3a808427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8907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a785f70c64e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79280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5a7b92a3540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3100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2026-07-31T12:44:56.9630000Z</dcterms:created>
  <dcterms:modified xsi:type="dcterms:W3CDTF">2026-07-31T12:44:56.9630000Z</dcterms:modified>
</coreProperties>
</file>